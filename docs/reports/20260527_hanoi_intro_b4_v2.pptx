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3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PHYSICS-REVIEW-START
eq:hamiltonian
eq:order_param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eq:q_ab
eq:q_ea
PHYSICS-REVIEW-END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</Words>
  <Application>Microsoft Office PowerPoint</Application>
  <PresentationFormat>ワイド画面</PresentationFormat>
  <Paragraphs>27</Paragraphs>
  <Slides>25</Slides>
  <Notes>25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LLMの推論行き詰まりを統計力学で測る</dc:title>
  <dc:subject>PptxGenJS Presentation</dc:subject>
  <dc:creator>Created by Marp</dc:creator>
  <cp:lastModifiedBy>伊藤 颯汰郎</cp:lastModifiedBy>
  <cp:revision>2</cp:revision>
  <dcterms:created xsi:type="dcterms:W3CDTF">2026-05-26T20:44:58Z</dcterms:created>
  <dcterms:modified xsi:type="dcterms:W3CDTF">2026-05-26T21:08:18Z</dcterms:modified>
</cp:coreProperties>
</file>