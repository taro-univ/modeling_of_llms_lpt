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28925"/>
            <a:ext cx="9144000" cy="4114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1722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E8C"/>
                </a:solidFill>
              </a:rPr>
              <a:t>LLMの推論行き詰まりを統計力学で測る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11705"/>
            <a:ext cx="78638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456A6"/>
                </a:solidFill>
              </a:rPr>
              <a:t>Tower of Hanoi 実験による相転移の観測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861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299"/>
                </a:solidFill>
              </a:rPr>
              <a:t>（発表者名）    2026-05-25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今日話す内容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今日のゴール：LLMの推論挙動を物理で測る第一歩を見てもらう
1. LLMが「行き詰まる」という現象を知ってもらう
2. その行き詰まりを統計力学の言葉で記述する枠組みを説明する
3. Tower of Hanoi 実験で実際に何が見えたかを報告する
4. 最終ゴール（制御モデル）への道筋を示す
現在地 → [ 相転移の観測 ] → [ ハミルトニアン構築 ] → [ 制御モデル ]
                 ↑今日ここ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LLM って何をしているの？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ChatGPT や DeepSeek のような大規模言語モデル（LLM）は、
与えられた文の続きをトークン（単語のかけら）単位で予測する機械。
入力:  「ハノイの塔の第1手は」
出力:  「ディスク1をCに移す」← 確率的に選ぶ
温度パラメータ T がランダム性を制御：
  T が低い → 確率の高い答えを選ぶ（保守的）
  T が高い → ランダムな答えを選ぶ（暴走気味）
賢く見えるが、複雑な問題では行き詰まることがある。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LLMが行き詰まる現象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現象 1：move loop（手の繰り返し）
  ディスク1をAからCへ → ディスク1をCからAへ
  ディスク1をAからCへ → ディスク1をCからAへ ...（無限ループ）
現象 2：no move（手が出ない）
  ディスク2をAからBへ
  （次の手を出せずに停止）
なぜ重要か？
  LLMが「賢い」なら制御できるはず。
  行き詰まりを検出・回避できれば推論の質が上がる。
これを記述・制御するために物理学のフレームワークを使う。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Tower of Hanoi をパズルに選んだ理由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ルール：3本の棒（A, B, C）と N 枚のディスク
  - 一度に1枚だけ移動可能
  - 大きいディスクを小さいの上には置けない
  - N 枚のとき最小手数は K(N) = 2^N - 1 手
初期状態          ゴール状態
  [1]               [1]
  [2]               [2]
  [3]               [3]
   A   B   C     A   B   C
選んだ理由：
  - 解が一意（成功・失敗を明確に判定できる）
  - N を変えることで難しさを調節できる（N 大 = エネルギー障壁大）
  - 状態空間の構造が明確（物理モデルとの対応付けが容易）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実験設定の概要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LLM に Tower of Hanoi を解かせ、精度と隠れ状態を記録する
制御パラメータ：
  T（生成温度）: 熱浴温度・ランダム性の強さ  ← 範囲 0.2 〜 2.0
  N（ディスク数）: 問題の複雑度・エネルギー障壁 ← 範囲 2 〜 6
測定量：
  - 正解率 m（秩序変数）：25 試行中何回ゴールに到達したか
  - 隠れ状態 h：各 Move 直後のモデル内部ベクトル（d ~ 4096 次元）
  - early_stop ラベル：どのように行き詰まったか
モデル：DeepSeek-R1-Distill-Qwen-7B（現在解析完了）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early_stop とは何か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「実験が早期に終わった理由」を分類したラベル：
  goal_reached       → ゴールに到達     → 秩序相 (Ordered)
  move_loop_repeat   → 同じ手を繰り返した → スピングラス相 (SG)
  move_loop_reverse  → 行ったり来たりした → スピングラス相 (SG)
  no_move_catchall   → 手を出せなかった   → 常磁性相 (PM)
  move_ceiling       → 手数が上限を超えた → 常磁性相 (PM)
直感的なイメージ：
  Ordered = 正解できた（秩序立った推論）
  SG      = ループ（局所的な谷に捕まった・スピングラス）
  PM      = 完全にランダムで制御不能（常磁性体）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相転移とは何か？（統計力学の直感）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身近な例：水は温度で状態が変わる
  低温        中温        高温
   氷    →   水    →   水蒸気
 （固体）   （液体）   （気体）
温度 T を上げると「突然」状態が切り替わる = 相転移
LLMの推論でも同じことが起きている？
  低 T          中 T          高 T
   正解    →   ループ    →   無手
 (Ordered)      (SG)          (PM)
    ↓              ↓             ↓
  水（秩序）  スピングラス  気体（無秩序）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スピングラスとは何か？（B4向け直感）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通常の磁石（強磁性体）：
  ↑ ↑ ↑ ↑ ↑   全部同じ方向を向く = 秩序
スピングラス：
  ↑ ↓ ↑ ↑ ↓   ランダムな相互作用のせいで
  ↓ ↑ ↓ ↑ ↑   決まった向きにもなれず
  ↑ ↑ ↓ ↓ ↑   完全ランダムにもなれない中間状態
スピングラスの特徴：
  - 「局所的に安定な状態」（メタ安定状態）が多数存在
  - どの状態に落ちるかは初期条件次第でバラバラ
LLMの move loop との対応：
  ループに捕まっている = ポテンシャルの局所的な谷に落ちている
  複数の「ループパターン」のどれかに捕まる = メタ安定状態への収束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理論枠組み ─ ハミルトニアンの定義 [物理審査対象]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LLM 推論を「エネルギーポテンシャル上を動く粒子」としてモデリングする。
Hopfield 型ハミルトニアン（H の定義）：
  H(h) = -(1/2Np) * sum_{mu=1}^{K(N)} ( xi^mu . h )^2
各記号の意味：
  h in R^d  : LLMの隠れ状態（今の「思考」を表すベクトル）
  xi^mu     : mu 番目の「記憶パターン」（正解手順のステップ）
  K(N)=2^N-1: 最短解の手数（= 記憶するパターン数）
秩序変数 m（磁化に対応）：
  m = (1/R) * sum_{a=1}^{R} 1[trial a が正解]
  m → 1 : 秩序相（正解到達）
  m → 0 : 無秩序相（行き詰まり）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P(q) とは何か？ [物理審査対象]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試行間の隠れ状態の「似ている度」を分布にしたもの
重複（overlap）q_{ab} の定義：
  q_{ab} = ( h^(a) . h^(b) ) / ( |h^(a)| * |h^(b)| )
  a, b : 異なる試行番号（レプリカ添字）
  q_{ab} in [-1, 1] : コサイン類似度
Edwards-Anderson 秩序変数：
  q_EA = sqrt( &lt;q^2&gt; )
P(q) 分布が相を反映する：
  一峰（q≈1）    一峰（q≈0）    双峰（q≈-1 と q≈+1）
    Ordered        PM（ランダム）     SG（複数の安定状態）
SG 相では「時に似ている、時に全く違う」という複雑な構造が現れる。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実験で何を測っているか（具体的手順）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実験パイプラインの概要：
1. LLMに Tower of Hanoi を解かせる（25 試行）
      |
2. 各 Move 直後の隠れ状態 h を保存（.npz ファイル）
      |  layer_top（最終層）/ layer_mid（中間層）/ layer_low（浅い層）
      |
3. 全試行ペア (a, b) のコサイン類似度 q_{ab} を計算
      |  25試行 → 25×24/2 = 300 ペア
      |
4. q_{ab} を集めて P(q) 分布を作る
      |
5. P(q) の形（一峰 or 双峰）から相を判定
測定量：精度 m、q_EA（試行間一貫性）、P(q)（相の証拠）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実験結果 ─ 精度の相図（accuracy heatmap）</a:t>
            </a:r>
          </a:p>
        </p:txBody>
      </p:sp>
      <p:pic>
        <p:nvPicPr>
          <p:cNvPr id="4" name="Picture 3" descr="ph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822960"/>
            <a:ext cx="475488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874395"/>
            <a:ext cx="3657600" cy="360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F3437"/>
                </a:solidFill>
              </a:rPr>
              <a:t>読み方：
左上（低 T、小 N）：
  正解率が高い = 秩序相
右側（高 T）：
  正解率が低い
下側（大 N）：
  温度が低くても崩壊
境界線：
  相転移点 Tc(N)
  N が増えると
  低温側にシフト
「N が増えると同じ T でも崩壊が速くなる」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74845"/>
            <a:ext cx="8229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299"/>
                </a:solidFill>
              </a:rPr>
              <a:t>図1: DeepSeek-R1-Distill-Qwen-7B の精度相図（layer_mid）。横軸が生成温度 T、縦軸がディスク数 N。色が明るいほど正解率が高い（秩序相）。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実験結果 ─ P(q) 分布の代表例</a:t>
            </a:r>
          </a:p>
        </p:txBody>
      </p:sp>
      <p:pic>
        <p:nvPicPr>
          <p:cNvPr id="4" name="Picture 3" descr="pq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822960"/>
            <a:ext cx="475488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874395"/>
            <a:ext cx="3657600" cy="360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F3437"/>
                </a:solidFill>
              </a:rPr>
              <a:t>読み方：
左上（低 T、小 N）：
  鋭いピーク（一峰）
  = Ordered
中央（中 T、大 N）：
  幅広い、または二峰
  = SG
右側（高 T）：
  q≈0 付近に広がる
  = PM
P(q) の形はラベルなしでも
相を同定できる可能性がある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74845"/>
            <a:ext cx="8229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299"/>
                </a:solidFill>
              </a:rPr>
              <a:t>図2: 各 (T, N) セルの P(q) 分布グリッド（layer_mid）。横軸が温度 T、縦軸がディスク数 N。各セルの分布形状が相を反映している。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観測 1 ─ N 駆動の秩序崩壊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ディスク数 N を増やすと、同じ温度でも秩序が崩壊する
  N=2  : 広い温度範囲で正解可能（T &lt; 1.5 まで Ordered）
  N=3  : 低 T は Ordered、T &gt; 1.0 で SG → PM へ遷移
  N=4  : 低温でも SG が混在し始める
  N=5,6: ほぼ全域で崩壊
物理的解釈：
  N が増える = 最短解 K(N) = 2^N - 1 が指数的に増加
            = 記憶すべきパターン数が指数増大
            → 容量を超えると局所安定状態に落ちやすくなる
  Hopfield 模型の容量限界（alpha_c ≈ 0.138 * Np）に対応。
  N を上げるほどパターン数がモデル容量を超え、SG 相に落ちやすくなる。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観測 2 ─ T 駆動の遷移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温度 T を上げると Ordered → SG → PM の順に遷移する
暫定転移温度（N=3, DeepSeek-R1-Distill-Qwen-7B）：
  Ordered → SG : Tc1(N=3) ≈ 1.0
  SG → PM      : Tc2(N=3) ≈ 1.15
T 別の試行結果内訳（N=3）：
  T = 0.1〜0.6 : 正解率 0.36〜0.68 / ループ率 0.08〜0.28 / PM率 0.16〜0.48
  T = 0.7〜1.0 : 正解率 0.12〜0.36 / ループ率 0.28〜0.32 / PM率 0.32〜0.56
  T = 1.1      : 正解率 0.00       / ループ率 0.10       / PM率 0.90
  T ≥ 1.2      : 正解率 0.00       / ループ率 0.00       / PM率 1.00
SG シグナル（ループ率）は T = 0.7〜1.0 でピーク、T ≥ 1.2 で消滅。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P(q) で見る 3 相の証拠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H3仮説（move loop = 局所安定状態）の支持証拠：
EXP-001（86 セル分析）の結果：
  N=2, 全 T          : 鋭い一峰（q≈1）→ Ordered（毎回同じ経路）
  N=3, 低 T          : 一峰           → Ordered
  N=3, T ≈ 0.7〜1.0  : 幅広 or やや双峰 → SG 的な揺らぎ
  N=4〜6, SG セル    : P(q) 双峰性を確認 → SG 相の直接的証拠
  高 T               : q≈0 の幅広一峰  → PM（試行ごとにバラバラ）
結論：P(q) 双峰性は SG 相（ループ固着）の独立した証拠として機能する。
     ラベルベースの分類と整合。
→ H3 は supported 状態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q_EA と精度の関係（層別比較）</a:t>
            </a:r>
          </a:p>
        </p:txBody>
      </p:sp>
      <p:pic>
        <p:nvPicPr>
          <p:cNvPr id="4" name="Picture 3" descr="lay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822960"/>
            <a:ext cx="475488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874395"/>
            <a:ext cx="3657600" cy="360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F3437"/>
                </a:solidFill>
              </a:rPr>
              <a:t>重要な発見：
- q_EA と精度 m に
  正の相関がある
- T を統制変数として
  偏相関を取っても
  相関が残る
= q_EA は T とは独立した
  精度の予測変数
物理的解釈：
  隠れ状態の「試行間
  一貫性」は温度だけで
  決まらない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74845"/>
            <a:ext cx="8229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299"/>
                </a:solidFill>
              </a:rPr>
              <a:t>図3: 層別（layer_top / layer_mid / layer_low）の q_EA と精度 m の関係。各点が1つの (T, N) セル。q_EA が大きいほど精度が高い傾向が、温度 T を制御した後も残る。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考察 ─ 何がわかって何がわからないか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わかったこと：
  1. (T, N) 平面に Ordered / SG / PM の 3 相構造が存在する
  2. N=4〜6 の SG セルで P(q) 双峰性が観測された（H3 supported）
  3. q_EA は T を制御した後も精度の独立予測変数として機能する
現在検証中 / わからないこと：
  1. 相境界のスケーリング則 Tc(N) = A * N^{-alpha_s}
     → 指数 alpha_s は未確定（試行数不足）
  2. 残り 3 モデルの相図（普遍性の検証が未着手）
     → Llama 8B, Qwen3 7B/14B
  3. SG 判定基準の定量化（P(q) 双峰性の数値化 = 再設計中）
  4. 制御外力と実推論の対応付け（H4 段階 2, 未検証）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最終ゴールと次のステップ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制御モデル構築への 3 段階ロードマップ：
  段階 1（現在）         段階 2（次）           段階 3（最終）
  相図の観測       →  ハミルトニアン構築   →  制御モデル実装
  P(q)双峰性確認      ポテンシャル上の         外力挿入で SG 相
  H3 supported        粒子シミュレーション     → Ordered 相へ
                      H4 の検証               推論時の駆動設計
今の位置：段階 1 完了（7B モデルのみ）、段階 2 への移行準備中
次の優先タスク：
  1. 残り 3 モデルのスイープ実行（普遍性確認）
  2. P(q) 双峰性の定量基準確立（U2 解消）
  3. Hopfield ハミルトニアンのフィッティング
締切：2026-06-30 モデリング完了、2026-07 中間報告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まとめ ─ Take-home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1. LLMの推論行き詰まりを統計力学の相転移として記述できる
   - move loop → SG 相（局所安定状態への収束）
   - no move   → PM 相（完全無秩序）
   - 正解到達  → Ordered 相
2. Tower of Hanoi で (T, N) 相図を描くと 3 相構造が現れる
   - N を増やす / T を上げると Ordered → SG → PM へ遷移
   - 7B モデルで 86 セルの相図を取得済み
3. P(q) 双峰性でスピングラス相を同定し、制御モデルへつなぐ
   - H3（move loop = 局所安定状態）が P(q) 解析で supported
   - q_EA は精度の独立予測変数 → 制御指標として使える可能性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補足 ─ 実験パイプラインの全体像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run_local.py 実行
  |
  +-- meta.json を自動生成（実験開始直後）
  |
  +-- 各試行：LLM → moves 評価 → accuracy 記録
  |           Move 完了直後に隠れ状態を npz に追記
  |           （layer_top / layer_mid / layer_low）
  |
  +-- 全試行完了後に summary.json を保存
bash db/sync.sh
  +-- meta.json を検出して PostgreSQL に取り込む
analysis/run_pipeline.py
  +-- summary.json / npz を読み込み
      相図・P(q)・q_EA を解析・描画
計算資源：RTX 5070, 12 GB VRAM — 14B 級は NF4 量子化で対応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補足 ─ early_stop 分類の詳細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値                   アルゴリズム  解釈              相の対応
----               ----------    ----              ------
goal_reached         run_local   ゴール到達         Ordered
move_loop_repeat     C           同一手の繰り返し    SG
move_loop_reverse    C           往復運動           SG
no_move_catchall     D           手を出せない        PM
move_ceiling         B           手数上限超過        PM
stagnation_after_move E          移動後に停滞        未確定（SG/PM両解釈）
think_budget         A           思考トークン上限    相分類から除外（打ち切り）
注意：stagnation_after_move の相対応は現在検証中（U2）。
     現行の分類アルゴリズムは physics-agent 審査で不合格（要再設計）。
     P(q) ベース再設計を進行中。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補足 ─ 相分類の問題点と再設計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437"/>
                </a:solidFill>
              </a:rPr>
              <a:t>現行分類の問題：
  - early_stop ラベルは行動ベースの分類であり、隠れ状態の統計とは独立
  - stagnation_after_move が SG と PM のどちらかを判定できていない
  - think_budget（思考打ち切り）は測定上のアーティファクト
P(q) ベース再設計の方針：
  ラベルベース（現行）       P(q) ベース（新方針）
  early_stop 分類     →    双峰性指標（BC, dip検定）
  （行動的・主観的）         （内部状態ベース・客観的）
                                   |
                            SG 相の同定
                            q_EA の計算
                            相境界の決定
これにより、ラベルに頼らない物理的に根拠のある相分類を目指す。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20090"/>
          </a:xfrm>
          <a:prstGeom prst="rect">
            <a:avLst/>
          </a:prstGeom>
          <a:solidFill>
            <a:srgbClr val="12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2870"/>
            <a:ext cx="84124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記号定義表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4395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F3437"/>
                </a:solidFill>
              </a:rPr>
              <a:t>コード変数              物理記号         意味
----------             ------           ----
temperature            T                生成温度（熱浴温度・ノイズ強度）
N                      N                ディスク数（系のサイズ・エネルギー障壁高さ）
accuracy               m                秩序変数（試行平均正解率）
num_moves              n_moves          生成した手数
q_ea                   q_EA             Edwards-Anderson 秩序変数 = sqrt(&lt;q^2&gt;)
q_mean                 &lt;q&gt;              重複 q の平均
q_var                  Var(q)           重複 q の分散
q_bimodality_bc        BC               Sarle の bimodality coefficient
q_dip_pval             p_dip            Hartigan dip 検定の p 値（双峰性の検定）
layer_top              h_top            最終層（depth 100%）の隠れ状態
layer_mid              h_mid            中間層（depth 50%）の隠れ状態
layer_low              h_low            浅い層（depth 25%）の隠れ状態
K(N)                   K(N) = 2^N - 1  最短解の手数（記憶パターン数）
goal_reached           Ordered          秩序相（正解到達）
move_loop_*            SG               スピングラス相（ループ停滞）
no_move / move_ceiling PM               常磁性相（手が出ない / 手数超過）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